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040DA-BDC5-4A94-B239-B5C08F13B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919D6-FCAD-406A-A88F-9EF0E23E4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812A3-3081-4E0A-A6BE-18FD30B1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19727-AD42-48B8-A4F6-6A9E4EE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FDF5B-1436-4362-91B7-2A85BE68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43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0956-5689-46AA-A899-95825EEBB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C2A7F-C512-4379-8B4F-343A0120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A5B1C-6AB7-4209-8A98-446F6AFC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FD8AB4-8CF9-43BD-838E-8FDFE28E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2ED84-0177-4EA8-9AE6-0C5CD47B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39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B3ADF-1A56-4B5C-A490-67DF98DD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B36F28-06B2-4D2C-8F7E-759798EFE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0430A-5A18-4F6D-A25C-99DCFC39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29974-1046-41B7-BFB2-47D7ACF5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1EF63-C98D-4FDA-B89B-D567B17C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41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16AE2-263A-4E04-BAFF-D60C4E2F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5B7F3-A5FA-487E-A0BB-A79E2E834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DADC24-61EF-4B9C-B432-776FC79A7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1A2ACC-B315-49F5-A9BE-ED99E52E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CD5CE5-19D6-4064-AB1F-C7E91D05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7E097E-DF92-4D23-A2A6-5C6C0EE9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85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2FA25-4D7A-44B9-9A3B-EDD9873E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158247-E09F-4DAF-80F8-3317D1F5E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8BCC67-E21D-497B-950F-EA828D8DE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C1DAA7-532F-40EF-9A2C-EBFAB0B75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53B56-D1A4-4B3F-824C-DC6BFBFB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A46304-6306-4AD6-83D6-29245826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5BBF1A-686F-4033-8F18-24634BAC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4E83CE-4184-4E14-BFD8-DBBCCBCD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08BA8-030E-4BC3-9C0E-F359D94E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A2CB4E-8236-4E12-8431-2861C0C4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8EA30-1199-48F8-A99D-EF57EC3C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935648-9633-469F-99F0-CB13DCEA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58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FA766E-0B41-4B7E-943C-C5603D5B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EDD90A-CEE3-4E07-9026-B4A900F5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5AFB7-02DD-4D09-90D9-590B8E80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9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EBEBC-FB2C-4625-A0C8-47547C12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C4104-45C6-4F6A-9F21-E81C69BD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FC58FF-EFCE-44DD-BEA6-BA243380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E6D533-0B3F-4262-B84B-D5A488E0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4B27BC-AF27-4E04-AB35-8D2D092E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7C72FA-0490-4E1A-A517-ECEC33B4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3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09717-6F59-4AD2-B251-0D6DAF09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6EA767-C033-4202-94FE-916DB4984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3CB76D-283D-4259-9435-827C46B8F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D08773-DAE1-400B-89AA-6D9A362F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F608C9-2721-43DB-93A9-88AA071E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9F5592-EC2A-447A-B001-8072756A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08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7922D-A1B1-441D-AF39-DBE17A8F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3B41BD-8171-48CB-B265-457049DC4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D779A0-7AAA-4475-A6C1-F4C8191DB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C971A-8F6B-4D5D-8F54-938C2604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6E69B-14E2-4EA3-ABFA-C4CE7B44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72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F20653-73FB-4D0D-B1A0-820F40F2F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450410-7947-4876-934F-EDDBEEE95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2D0E6-2794-4835-A0D7-FAF813EF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11E183-B3A6-4DB8-8C48-D49DD48D8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A5506-F198-4D3C-B875-E8647797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6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1BB96D-8B03-4A20-AC6D-5B9654EB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98C562-1A95-446F-8417-6ECBB6745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791C65-8FCE-4898-B094-AA9FAC82A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B19BE-B310-4638-9DD3-98069B382C20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A8DDD-0946-4A5C-929B-AB70D2A15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4784A5-4DC9-4D40-811A-466974EE4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D9D3F-7C97-4BA1-866E-C1399160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19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7FC06-8B9D-4312-BB1E-CCF00731A3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새문서</a:t>
            </a:r>
            <a:r>
              <a:rPr lang="ko-KR" altLang="en-US" dirty="0"/>
              <a:t> 연습용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826915-5A57-44AB-A139-0F35255900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04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새문서 연습용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새문서 연습용 </dc:title>
  <dc:creator>KOREAIT</dc:creator>
  <cp:lastModifiedBy>KOREAIT</cp:lastModifiedBy>
  <cp:revision>1</cp:revision>
  <dcterms:created xsi:type="dcterms:W3CDTF">2026-08-26T03:28:09Z</dcterms:created>
  <dcterms:modified xsi:type="dcterms:W3CDTF">2026-08-26T03:28:44Z</dcterms:modified>
</cp:coreProperties>
</file>